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3908" cy="15137892"/>
  <p:notesSz cx="15137892" cy="106939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TITLE GOES HERE]</a:t>
            </a:r>
            <a:endParaRPr lang="en-US" sz="3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[____]  |  Section: [S__]  |  Members: [Name – Roll No.], [Name – Roll No.], [Name – Roll No.]  |  Guide: [Dr. ______]</a:t>
            </a:r>
            <a:endParaRPr lang="en-US" sz="3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[2–3 lines: what the system does, for whom, and the key technologies used]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line on the main outcome / benefit]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[Clear, specific problem that existing systems do not solve]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[ 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[ 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[ 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[Users, modules, boundaries]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569714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60220"/>
                <a:gridCol w="176022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[Feature 1]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[Feature 2]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[Feature 3]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[Feature 4]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[Limitation / Gap]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[How we solve it]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[Required skills, tools and platform availability]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[Cost – open-source stack, free-tier hosting]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[User acceptance, ease of use, maintenance]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[Completion within the semester timeline]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[React / HTML-CSS-JS]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[Node.js / Spring Boot / Django] + REST APIs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[MySQL / PostgreSQL / MongoDB]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[Git &amp; GitHub, Postman, VS Code, Draw.io]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architecture diagram: Front-End – REST API – Database]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ER diagram with entities, keys and relationships]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outcomes / test results]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[CRUD, validation, performance]</a:t>
            </a: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was achieved]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it meets the objectives]</a:t>
            </a:r>
            <a:endParaRPr lang="en-US" sz="155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[Enhancement 1]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[Enhancement 2]</a:t>
            </a:r>
            <a:endParaRPr lang="en-US" sz="155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[Author, Title, Year]   [2] [Website / Documentation link]   [3] [Paper / Book]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2026-09-28T08:11:17Z</dcterms:created>
  <dcterms:modified xsi:type="dcterms:W3CDTF">2026-09-28T08:11:17Z</dcterms:modified>
</cp:coreProperties>
</file>